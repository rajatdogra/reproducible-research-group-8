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R²</c:v>
                </c:pt>
              </c:strCache>
            </c:strRef>
          </c:tx>
          <c:spPr>
            <a:solidFill>
              <a:srgbClr val="A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XGBoost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0.68</c:v>
                </c:pt>
                <c:pt idx="1">
                  <c:v>0.702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Optimised R²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XGBoost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0.744</c:v>
                </c:pt>
                <c:pt idx="1">
                  <c:v>0.723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6350" cap="flat">
              <a:solidFill>
                <a:srgbClr val="E2EA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Result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Random Forest</c:v>
                  </c:pt>
                  <c:pt idx="1">
                    <c:v>Gradient Boosting</c:v>
                  </c:pt>
                  <c:pt idx="2">
                    <c:v>XGBoost</c:v>
                  </c:pt>
                  <c:pt idx="3">
                    <c:v>Neural Net</c:v>
                  </c:pt>
                  <c:pt idx="4">
                    <c:v>Stacking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55.69</c:v>
                </c:pt>
                <c:pt idx="1">
                  <c:v>56.34</c:v>
                </c:pt>
                <c:pt idx="2">
                  <c:v>57.2</c:v>
                </c:pt>
                <c:pt idx="3">
                  <c:v>53.66</c:v>
                </c:pt>
                <c:pt idx="4">
                  <c:v>57.3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Python (%)</c:v>
                </c:pt>
              </c:strCache>
            </c:strRef>
          </c:tx>
          <c:spPr>
            <a:solidFill>
              <a:srgbClr val="A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Random Forest</c:v>
                  </c:pt>
                  <c:pt idx="1">
                    <c:v>Gradient Boosting</c:v>
                  </c:pt>
                  <c:pt idx="2">
                    <c:v>XGBoost</c:v>
                  </c:pt>
                  <c:pt idx="3">
                    <c:v>Neural Net</c:v>
                  </c:pt>
                  <c:pt idx="4">
                    <c:v>Stacking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62.87</c:v>
                </c:pt>
                <c:pt idx="1">
                  <c:v>64.16</c:v>
                </c:pt>
                <c:pt idx="2">
                  <c:v>64.84</c:v>
                </c:pt>
                <c:pt idx="3">
                  <c:v>59.45</c:v>
                </c:pt>
                <c:pt idx="4">
                  <c:v>65.36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45"/>
        </c:scaling>
        <c:delete val="0"/>
        <c:axPos val="l"/>
        <c:majorGridlines>
          <c:spPr>
            <a:ln w="6350" cap="flat">
              <a:solidFill>
                <a:srgbClr val="E2EA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Research in 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965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of ML2 Machine Learning Projects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2578608"/>
            <a:ext cx="41148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Research  |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Warsaw, Faculty of Economic Sciences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474720"/>
            <a:ext cx="2011680" cy="6858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547872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Rajat Dogra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474072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3474720"/>
            <a:ext cx="2011680" cy="6858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3547872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 Aziz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476686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54296" y="3474720"/>
            <a:ext cx="2011680" cy="6858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3547872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Ashutosh Kumar Verma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475852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5704" y="3474720"/>
            <a:ext cx="2011680" cy="6858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7144" y="3547872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Ramik Sharma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477656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|  Group 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04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Cricket Score Prediction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IPL 2008–2025  |  76,014 ball-by-ball records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Predict final innings score (continuous)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Linear, Ridge, Poly Ridge, RF, XGBoost, NN, Extra Trees, Ensemble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Baseline: R² = 0.722, RMSE = 20.1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Result: Voting Ensemble  R² = 0.749, RMSE = 19.2  ✓ Beats baseline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804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234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Football Match Outcomes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ESPN Soccer 2024–2026  |  67,353 matches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Home Win / Draw / Away Win (3-class)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RF, Gradient Boosting, XGBoost, Neural Net, Stacking Ensemble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Baseline: Accuracy = 65.36%, F1 = 0.6533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Result: Stacking Ensemble  Accuracy = 57.30%, AUC = 0.7504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Reproducible Research?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371600"/>
            <a:ext cx="429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326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353312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re-run the exact same scripts and get the exact same results — no manual steps, no hidden dependencies.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50292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371600"/>
            <a:ext cx="429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9326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Environment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353312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renv.lock pins all 144 R packages at exact versions — renv::restore() rebuilds the environment on any machine.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43200"/>
            <a:ext cx="50292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3291840"/>
            <a:ext cx="429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8529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273552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committed directly to the repo. No external downloads required after git clone.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43200"/>
            <a:ext cx="50292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3291840"/>
            <a:ext cx="429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8529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Process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273552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history shows every change, by whom, when. Issues track tasks. PRs require review before merge.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Workflow — How We Worked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1554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778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4264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issues created and assigned to specific team members — task ownership visible from day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377440"/>
            <a:ext cx="914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804672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74520" y="804672"/>
            <a:ext cx="1554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8778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65960" y="14264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1993392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made on a dedicated branch (e.g. feat/7-classification-model-training)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2377440"/>
            <a:ext cx="914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804672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804672"/>
            <a:ext cx="1554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8778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11880" y="14264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1993392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submitted for review — branch protection enforced; no direct pushes to main allowed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0" y="2377440"/>
            <a:ext cx="914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804672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66360" y="804672"/>
            <a:ext cx="1554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8778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57800" y="14264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1993392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 approval required before merge — errors caught before they reach main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2377440"/>
            <a:ext cx="914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804672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804672"/>
            <a:ext cx="155448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8778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14264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1993392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commit history with meaningful messages referencing issue numbers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team members have commits visible in the repository history — tracked by the instructor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 R — What Changed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657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12080" y="749808"/>
            <a:ext cx="3657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7498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Equivalent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822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243584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1243584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893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2893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tidyverse (dplyr, tidyr)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591056"/>
            <a:ext cx="3657600" cy="329184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591056"/>
            <a:ext cx="3657600" cy="329184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6367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sklearn.preprocessing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16367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tidymodels recipes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938528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1938528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9842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sklearn.model_selection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19842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rsample + tune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3657600" cy="329184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2286000"/>
            <a:ext cx="3657600" cy="329184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3317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sklearn.ensemble RandomForest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3317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633472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2633472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679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679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980944"/>
            <a:ext cx="3657600" cy="329184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2980944"/>
            <a:ext cx="3657600" cy="329184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026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imblearn SMOTE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026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themis::step_smote()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328416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3328416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 StackingClassifier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33741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stacks package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675888"/>
            <a:ext cx="3657600" cy="329184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12080" y="3675888"/>
            <a:ext cx="3657600" cy="329184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216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sklearn.neural_network MLP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03520" y="37216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brulee (torch)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023360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4023360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69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 / seaborn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03520" y="4069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ggplot2 + patchwork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4370832"/>
            <a:ext cx="3657600" cy="329184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12080" y="4370832"/>
            <a:ext cx="3657600" cy="329184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416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GridSearchCV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03520" y="4416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tune_grid()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Cricket Score Prediction (Regression)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Ensemble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stacks package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777240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0.749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42032" y="17190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baseline: 0.722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777240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 runs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18304" y="17190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baseline: 20.1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777240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94576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 runs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94576" y="17190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baseline: 14.8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304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Ranking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70048"/>
          <a:ext cx="50292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 Ensemble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(Optimised)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(Optimised)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577840" y="2304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Impact</a:t>
            </a:r>
            <a:endParaRPr lang="en-US" sz="14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394960" y="2633472"/>
          <a:ext cx="35661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Football Match Outcome (Classification)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9659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GB + XGBoost base learners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777240"/>
            <a:ext cx="19659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42032" y="17190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baseline: 65.36%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777240"/>
            <a:ext cx="19659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18304" y="17190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baseline: 0.8347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777240"/>
            <a:ext cx="19659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94576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94576" y="17190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balanced: 20,408 each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3042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5-Model Accuracy Comparison (R vs Python)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651760"/>
          <a:ext cx="5029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48640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Metrics — Stacking Ensemble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670048"/>
          <a:ext cx="3474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77240"/>
                <a:gridCol w="777240"/>
                <a:gridCol w="640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Win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Away Win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Ensured Reproducibility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9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renv.lock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packages pinned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package versions locked. Anyone runs renv::restore() and gets an identical R environment — no version drift, no 'it works on my machine'.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0467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04672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59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here()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280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absolute paths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6276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reference uses here() package. Scripts run identically on Mac, Windows, Linux regardless of where the repo is cloned.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80467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04672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59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set.seed(42)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280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randomness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6276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training, cross-validation folds, and SMOTE oversampling use seed 42 — matching the Python baseline's random_state=42.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81635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16352"/>
            <a:ext cx="2788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712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+ PRs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639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tracked, every contributor visible, branch protection enforced. The commit history is the project log.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81635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816352"/>
            <a:ext cx="2788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8712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output together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639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HTML reports committed alongside scripts. Grader can read results without running anything, or re-render from scratch.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81635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816352"/>
            <a:ext cx="2788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8712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in repo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639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committed to the repository. git clone + renv::restore() is all that is needed.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What You Will See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77724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926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8778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https://github.com/rajatdogra/reproducible-research-group-8.git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clone — no pre-installed packages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09344"/>
            <a:ext cx="77724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739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6824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reproducible-research-group-8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199339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repo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14016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14016"/>
            <a:ext cx="77724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78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4871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Rscript -e 'renv::restore()'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79806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all 144 packages from renv.lock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1868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18688"/>
            <a:ext cx="77724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832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291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quarto render classification/football_classification.qmd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60273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full classification pipeline + HTML report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23360"/>
            <a:ext cx="77724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8795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40965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quarto render regression/cricket_score_prediction.qmd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440740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full regression pipeline + HTML report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runtime: approximately 30-40 minutes end-to-end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32004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replication achieved —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ML pipelines rewritten in R with same data, same questions, comparable results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756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beats Python baseline —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Ensemble R²=0.749 vs Python Gradient Boosting R²=0.722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34056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on par —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Accuracy=57.30%, AUC=0.7504 — differences due to framework implementation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9242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guaranteed —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renv.lock + here() + set.seed(42) + Git history = fully reproducible pipeline on any machine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0507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visible —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issues, branch protection, PRs with reviews — all 4 members in commit history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Reproducible Research  |  University of Warsaw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Research in R — Group 8</dc:title>
  <dc:subject>PptxGenJS Presentation</dc:subject>
  <dc:creator>PptxGenJS</dc:creator>
  <cp:lastModifiedBy>PptxGenJS</cp:lastModifiedBy>
  <cp:revision>1</cp:revision>
  <dcterms:created xsi:type="dcterms:W3CDTF">2026-05-13T14:41:58Z</dcterms:created>
  <dcterms:modified xsi:type="dcterms:W3CDTF">2026-05-13T14:41:58Z</dcterms:modified>
</cp:coreProperties>
</file>